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 Condensed" panose="020F05020202040302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8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tourist-guide-app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701"/>
            <a:ext cx="79706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TOURIST GUIDE WEBSITE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081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Digital Travel Companion for Modern Explorers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26162"/>
            <a:ext cx="2185511" cy="426244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2748558"/>
            <a:ext cx="181451" cy="181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2055" y="2694146"/>
            <a:ext cx="164115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WEB DESIGN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33075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   Team members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3925610"/>
            <a:ext cx="13042821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Mohammed Abdullah -Team Leader                                                                                                                                                                                        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/>
              <a:t>Syed </a:t>
            </a:r>
            <a:r>
              <a:rPr lang="en-US" sz="1750" dirty="0" err="1"/>
              <a:t>Inthiqhab</a:t>
            </a:r>
            <a:r>
              <a:rPr lang="en-US" sz="1750" dirty="0"/>
              <a:t>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5513"/>
            <a:ext cx="61279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PROJECT ABSTRACT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244453"/>
            <a:ext cx="6571417" cy="2789634"/>
          </a:xfrm>
          <a:prstGeom prst="roundRect">
            <a:avLst>
              <a:gd name="adj" fmla="val 1220"/>
            </a:avLst>
          </a:prstGeom>
          <a:solidFill>
            <a:srgbClr val="9C9283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471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052411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 a user-friendly, centralized platform that acts as a digital travel companion for tourists worldwide.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44852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Tourist Guide Website addresses real-world travel challenges by providing location-based guidance, personalized recommendations, and emergency assistance in one accessible platform.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74130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Designed for first-time tourists, international travelers, and trip planners, the system emphasizes simplicity, clarity, and responsiveness over visual complexity.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817602"/>
            <a:ext cx="7682984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RESEARCH FOUNDATIONS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6882" y="1925598"/>
            <a:ext cx="6442472" cy="2809637"/>
          </a:xfrm>
          <a:prstGeom prst="roundRect">
            <a:avLst>
              <a:gd name="adj" fmla="val 1170"/>
            </a:avLst>
          </a:prstGeom>
          <a:solidFill>
            <a:srgbClr val="D8D9D2"/>
          </a:solidFill>
          <a:ln/>
        </p:spPr>
      </p:sp>
      <p:sp>
        <p:nvSpPr>
          <p:cNvPr id="4" name="Shape 2"/>
          <p:cNvSpPr/>
          <p:nvPr/>
        </p:nvSpPr>
        <p:spPr>
          <a:xfrm>
            <a:off x="985957" y="2144673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C8CA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693" y="2325410"/>
            <a:ext cx="295751" cy="2957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5957" y="3013591"/>
            <a:ext cx="3575328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TARGET USER ANALYSIS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85957" y="3482816"/>
            <a:ext cx="6004322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First-time tourists, international visitors facing language barriers, users with limited technical knowledge, and group travel planners.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0928" y="1925598"/>
            <a:ext cx="6442591" cy="2809637"/>
          </a:xfrm>
          <a:prstGeom prst="roundRect">
            <a:avLst>
              <a:gd name="adj" fmla="val 1170"/>
            </a:avLst>
          </a:prstGeom>
          <a:solidFill>
            <a:srgbClr val="D8D9D2"/>
          </a:solidFill>
          <a:ln/>
        </p:spPr>
      </p:sp>
      <p:sp>
        <p:nvSpPr>
          <p:cNvPr id="9" name="Shape 6"/>
          <p:cNvSpPr/>
          <p:nvPr/>
        </p:nvSpPr>
        <p:spPr>
          <a:xfrm>
            <a:off x="7640003" y="2144673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C8CAC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0739" y="2325410"/>
            <a:ext cx="295751" cy="2957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0003" y="3013591"/>
            <a:ext cx="314765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 EVALUATION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40003" y="3482816"/>
            <a:ext cx="6004441" cy="1033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Compared complex dashboards vs simple layouts, information-heavy pages vs categorized sections, and advanced animations vs fast-loading components.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66882" y="4946809"/>
            <a:ext cx="6442472" cy="2465189"/>
          </a:xfrm>
          <a:prstGeom prst="roundRect">
            <a:avLst>
              <a:gd name="adj" fmla="val 1333"/>
            </a:avLst>
          </a:prstGeom>
          <a:solidFill>
            <a:srgbClr val="D8D9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85957" y="5165884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C8CAC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6693" y="5346621"/>
            <a:ext cx="295751" cy="2957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957" y="6034802"/>
            <a:ext cx="274153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CORE OBJECTIVES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5957" y="6504027"/>
            <a:ext cx="6004322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Minimize information overload, support pre-trip and on-trip needs, ensure accessibility, and integrate navigation with recommendations.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0928" y="4946809"/>
            <a:ext cx="6442591" cy="2465189"/>
          </a:xfrm>
          <a:prstGeom prst="roundRect">
            <a:avLst>
              <a:gd name="adj" fmla="val 1333"/>
            </a:avLst>
          </a:prstGeom>
          <a:solidFill>
            <a:srgbClr val="D8D9D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40003" y="5165884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C8CAC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0739" y="5346621"/>
            <a:ext cx="295751" cy="2957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0003" y="6034802"/>
            <a:ext cx="3713083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IMPROVEMENTS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40003" y="6504027"/>
            <a:ext cx="6004441" cy="688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Centralized platform reducing dependency on multiple apps, cleaner tourist-focused interface, and inclusion of safety features.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2992" y="430768"/>
            <a:ext cx="5037534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DESIGN ARCHITECTURE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992" y="1115854"/>
            <a:ext cx="10564416" cy="48347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1478" y="1718408"/>
            <a:ext cx="2575856" cy="58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71478" y="2385741"/>
            <a:ext cx="2575856" cy="195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Frontend UI with HTML/CSS/JS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282803" y="3209684"/>
            <a:ext cx="2368125" cy="58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2803" y="3877017"/>
            <a:ext cx="2368125" cy="39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Backend services and business logic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771478" y="4176279"/>
            <a:ext cx="2336965" cy="292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771478" y="4551491"/>
            <a:ext cx="2575856" cy="39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Persistent database storage and backups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032992" y="6066830"/>
            <a:ext cx="10564416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system follows a modular three-tier architecture ensuring scalability, maintainability, and security while allowing independent updates to each layer.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32992" y="6491526"/>
            <a:ext cx="3020020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VISUAL DESIGN PRINCIPLES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032992" y="6833949"/>
            <a:ext cx="5095518" cy="82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Light background with calming blue/green tones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 contrast for readability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Simple, readable fonts with clear section separation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Universal icons and high-quality images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09510" y="6491526"/>
            <a:ext cx="1944172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USABILITY FOCUS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09510" y="6833949"/>
            <a:ext cx="5095518" cy="82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Responsive layout for desktop and mobile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Easy navigation with minimal clicks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Multi-language support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Accessible for all age groups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34277" y="617934"/>
            <a:ext cx="642032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FRONTEND IMPLEMENTATION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834277" y="1336953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57137" y="1359813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55733" y="1664613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603778" y="1518642"/>
            <a:ext cx="198584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HOME PAGE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603778" y="1833563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Welcome message, search bar, quick category buttons (Nature, History, Culture, Food), and highlights of popular attractions.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34277" y="2401253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57137" y="2424113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055733" y="2728913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2603778" y="2582942"/>
            <a:ext cx="198584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EXPLORE PLACES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603778" y="2897862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Category-based filtering with card layout displaying place images, names, ratings, and distances for improved readability.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834277" y="3465552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7137" y="3488412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055733" y="3793212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2603778" y="3647242"/>
            <a:ext cx="198584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PLACE DETAILS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603778" y="3962162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Dedicated pages with images, descriptions, visiting hours, entry fees, user reviews, and map navigation buttons.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834277" y="4529852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57137" y="4552712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055733" y="4857512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2603778" y="4711541"/>
            <a:ext cx="2148959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MAP &amp; NAVIGATION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03778" y="5026462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Integrated map showing current location, nearby attractions, and route guidance with simple essential controls.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834277" y="5594152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57137" y="5617012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055733" y="5921812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2603778" y="5775841"/>
            <a:ext cx="232219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ITINERARY PLANNER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603778" y="6090761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Select travel days, choose interests, and generate day-wise plans supporting pre-trip planning and engagement.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834277" y="6658451"/>
            <a:ext cx="10961846" cy="953095"/>
          </a:xfrm>
          <a:prstGeom prst="roundRect">
            <a:avLst>
              <a:gd name="adj" fmla="val 2500"/>
            </a:avLst>
          </a:prstGeom>
          <a:solidFill>
            <a:srgbClr val="E8E8E3"/>
          </a:solidFill>
          <a:ln w="22860">
            <a:solidFill>
              <a:srgbClr val="C8CA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57137" y="6681311"/>
            <a:ext cx="635437" cy="907375"/>
          </a:xfrm>
          <a:prstGeom prst="rect">
            <a:avLst/>
          </a:prstGeom>
          <a:solidFill>
            <a:srgbClr val="C8CAC1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055733" y="6986111"/>
            <a:ext cx="238244" cy="297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6</a:t>
            </a:r>
            <a:endParaRPr lang="en-US" sz="1850" dirty="0"/>
          </a:p>
        </p:txBody>
      </p:sp>
      <p:sp>
        <p:nvSpPr>
          <p:cNvPr id="31" name="Text 29"/>
          <p:cNvSpPr/>
          <p:nvPr/>
        </p:nvSpPr>
        <p:spPr>
          <a:xfrm>
            <a:off x="2603778" y="6840141"/>
            <a:ext cx="198584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EMERGENCY HELP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2603778" y="7155061"/>
            <a:ext cx="1001065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High-visibility page with nearest hospitals, police stations, emergency contacts, and embassy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42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SYSTEM MODULES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63310" y="2897862"/>
            <a:ext cx="60960" cy="2085142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4" name="Text 2"/>
          <p:cNvSpPr/>
          <p:nvPr/>
        </p:nvSpPr>
        <p:spPr>
          <a:xfrm>
            <a:off x="1081564" y="2928342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USER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81564" y="3863816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Registration, login, profile management, and language/preference settings.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7408" y="2897862"/>
            <a:ext cx="60960" cy="2085142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7" name="Text 5"/>
          <p:cNvSpPr/>
          <p:nvPr/>
        </p:nvSpPr>
        <p:spPr>
          <a:xfrm>
            <a:off x="4345662" y="2928342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TOURIST INFORMATION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662" y="3863816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Manage attractions, categories, descriptions, images, and timings.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63310" y="5375672"/>
            <a:ext cx="60960" cy="1005007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0" name="Text 8"/>
          <p:cNvSpPr/>
          <p:nvPr/>
        </p:nvSpPr>
        <p:spPr>
          <a:xfrm>
            <a:off x="1081564" y="5406152"/>
            <a:ext cx="39958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LOCATION &amp; NAVIGATION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81564" y="5987296"/>
            <a:ext cx="59569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GPS integration, map display, and route guidance functionality.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69041" y="2897862"/>
            <a:ext cx="60960" cy="2085142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7887295" y="2928342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RECOMMENDATION 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87295" y="3863816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Suggest places based on preferences, location, mood, or category filtering.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833140" y="2897862"/>
            <a:ext cx="60960" cy="2085142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1394" y="2928342"/>
            <a:ext cx="26928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ITINERARY PLANNER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1394" y="3863816"/>
            <a:ext cx="26928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Create, store, and generate day-wise travel plans for users.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569041" y="5375672"/>
            <a:ext cx="60960" cy="1005007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9" name="Text 17"/>
          <p:cNvSpPr/>
          <p:nvPr/>
        </p:nvSpPr>
        <p:spPr>
          <a:xfrm>
            <a:off x="7887295" y="5406152"/>
            <a:ext cx="3966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EMERGENCY ASSISTANCE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87295" y="5987296"/>
            <a:ext cx="59569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Display emergency services, contacts, and safety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540"/>
            <a:ext cx="6981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DATABASE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79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database design ensures data integrity, scalability, and efficient retrieval for system operations.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46001"/>
            <a:ext cx="3090505" cy="3517940"/>
          </a:xfrm>
          <a:prstGeom prst="roundRect">
            <a:avLst>
              <a:gd name="adj" fmla="val 110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472815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USERS TABLE: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63233"/>
            <a:ext cx="2636877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email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password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preferred_language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111109" y="3246001"/>
            <a:ext cx="3090624" cy="3517940"/>
          </a:xfrm>
          <a:prstGeom prst="roundRect">
            <a:avLst>
              <a:gd name="adj" fmla="val 110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37923" y="3472815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PLACES TABLE: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37923" y="3963233"/>
            <a:ext cx="2636996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place_id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name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category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description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location_coordinates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opening_hours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46001"/>
            <a:ext cx="3090624" cy="3517940"/>
          </a:xfrm>
          <a:prstGeom prst="roundRect">
            <a:avLst>
              <a:gd name="adj" fmla="val 110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3472815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REVIEWS TABLE: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3963233"/>
            <a:ext cx="2636996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review_id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place_id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rating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comment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745986" y="3246001"/>
            <a:ext cx="3090624" cy="3517940"/>
          </a:xfrm>
          <a:prstGeom prst="roundRect">
            <a:avLst>
              <a:gd name="adj" fmla="val 1101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0" y="3472815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ITINERARY TABLE: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0" y="4317563"/>
            <a:ext cx="2636996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itinerary_id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user_id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travel_dates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selected_places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133" y="537567"/>
            <a:ext cx="5127784" cy="610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NAVIGATION FLOW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33" y="1485424"/>
            <a:ext cx="13262134" cy="57284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8849" y="5700175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SEARCH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48849" y="6160838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Choose category or enter query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05177" y="5700175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DETAILS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905177" y="6160838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View place info and options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6961" y="2002323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HOME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26961" y="2462985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Start and access main 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351949" y="2002323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ITINERARY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1351949" y="2462985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 to plan or open map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8395" y="2002323"/>
            <a:ext cx="1969173" cy="358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EXPLORE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408395" y="2462985"/>
            <a:ext cx="1969173" cy="53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Browse places and filters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4133" y="7403306"/>
            <a:ext cx="13262134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navigation flow ensures essential features are reachable within two to three clicks, minimizing confusion and improving user experience throughout the journey.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76541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ENHANCEMENTS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3664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 RECOMMENDATIONS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Implement machine learning algorithms for personalized attraction suggestions based on user behavior and preferences.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OFFLINE ACCESS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Enable offline map viewing and saved itinerary access for areas with limited internet connectivity.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2848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SOCIAL FEATURES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Add community reviews, photo sharing, and collaborative trip planning for enhanced user engagement.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34022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EXPANDED COVERAGE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 to include more destinations, local guides, and real-time event information for comprehensive travel support.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55439"/>
            <a:ext cx="5463183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4858" y="1890951"/>
            <a:ext cx="4238625" cy="1675090"/>
          </a:xfrm>
          <a:prstGeom prst="roundRect">
            <a:avLst>
              <a:gd name="adj" fmla="val 195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83337" y="2109430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USER-CENTERED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983337" y="2661285"/>
            <a:ext cx="3801666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Designed with simplicity and accessibility at its core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4858" y="3776543"/>
            <a:ext cx="4238625" cy="1675090"/>
          </a:xfrm>
          <a:prstGeom prst="roundRect">
            <a:avLst>
              <a:gd name="adj" fmla="val 195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83337" y="3995023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SCALABLE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3337" y="4546878"/>
            <a:ext cx="3801666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Modular architecture allows future expansion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4858" y="5662136"/>
            <a:ext cx="4238625" cy="1675090"/>
          </a:xfrm>
          <a:prstGeom prst="roundRect">
            <a:avLst>
              <a:gd name="adj" fmla="val 195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3337" y="5880616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PRACTICAL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83337" y="6432471"/>
            <a:ext cx="3801666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Feasible implementation within project constraints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44264" y="1843564"/>
            <a:ext cx="8328779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Tourist Guide Website successfully addresses real-world travel challenges through careful planning and user-centered design principles.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44264" y="2719268"/>
            <a:ext cx="8328779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By balancing simplicity with functionality and centralizing essential travel information, the platform serves as a strong foundation for development and future AI-based enhancements.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44264" y="3594973"/>
            <a:ext cx="8328779" cy="68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This design demonstrates how thoughtful architecture and modular structure can create an accessible, efficient digital travel companion for tourists.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1700" dirty="0">
              <a:solidFill>
                <a:srgbClr val="55575A"/>
              </a:solidFill>
              <a:latin typeface="Roboto Condensed" pitchFamily="34" charset="0"/>
              <a:ea typeface="Roboto Condensed" pitchFamily="34" charset="-122"/>
              <a:cs typeface="Roboto Condensed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hlinkClick r:id="rId3" action="ppaction://hlinkfile"/>
              </a:rPr>
              <a:t>tourist-guide-app.html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801</Words>
  <Application>Microsoft Office PowerPoint</Application>
  <PresentationFormat>Custom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 Condensed</vt:lpstr>
      <vt:lpstr>Arial</vt:lpstr>
      <vt:lpstr>Hubot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Abdullah</dc:creator>
  <cp:lastModifiedBy>Mohammed Abdullah</cp:lastModifiedBy>
  <cp:revision>3</cp:revision>
  <dcterms:created xsi:type="dcterms:W3CDTF">2026-02-06T11:06:49Z</dcterms:created>
  <dcterms:modified xsi:type="dcterms:W3CDTF">2026-02-08T10:09:27Z</dcterms:modified>
</cp:coreProperties>
</file>