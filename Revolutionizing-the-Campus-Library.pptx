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Open Sans" panose="020B0606030504020204" pitchFamily="34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34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0100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Revolutionizing the Campus Library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83881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Modern, Responsive LMS for the Digital Age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437959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Moving from manual frustration to seamless digital discovery. We're creating a search-first experience designed for the fast-paced life of a Bengaluru student—where finding and borrowing books takes seconds, not minutes.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5555456"/>
            <a:ext cx="1010483" cy="373142"/>
          </a:xfrm>
          <a:prstGeom prst="roundRect">
            <a:avLst>
              <a:gd name="adj" fmla="val 17872"/>
            </a:avLst>
          </a:prstGeom>
          <a:solidFill>
            <a:srgbClr val="EBE2E0"/>
          </a:solidFill>
          <a:ln/>
        </p:spPr>
      </p:sp>
      <p:sp>
        <p:nvSpPr>
          <p:cNvPr id="7" name="Text 4"/>
          <p:cNvSpPr/>
          <p:nvPr/>
        </p:nvSpPr>
        <p:spPr>
          <a:xfrm>
            <a:off x="6399252" y="5614988"/>
            <a:ext cx="77235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- 2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8802"/>
            <a:ext cx="75646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Bridging the Gap in User Experience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1806535"/>
            <a:ext cx="5212318" cy="5534263"/>
          </a:xfrm>
          <a:prstGeom prst="roundRect">
            <a:avLst>
              <a:gd name="adj" fmla="val 2742"/>
            </a:avLst>
          </a:prstGeom>
          <a:solidFill>
            <a:srgbClr val="835E54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20048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2513409"/>
            <a:ext cx="481560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Slow load times, confusing navigation, and zero mobile optimization are hindering academic success. Students waste valuable time, and librarians struggle with outdated manual processes.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12086" y="20048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Solution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212086" y="2538293"/>
            <a:ext cx="3716774" cy="2349222"/>
          </a:xfrm>
          <a:prstGeom prst="roundRect">
            <a:avLst>
              <a:gd name="adj" fmla="val 354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18064" y="274427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35E5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1775" y="2907863"/>
            <a:ext cx="267891" cy="2678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18064" y="35379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Search-First UX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418064" y="4046458"/>
            <a:ext cx="33048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what you need, instantly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127218" y="2538293"/>
            <a:ext cx="3716893" cy="2349222"/>
          </a:xfrm>
          <a:prstGeom prst="roundRect">
            <a:avLst>
              <a:gd name="adj" fmla="val 354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333196" y="274427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35E5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6907" y="2907863"/>
            <a:ext cx="267891" cy="2678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333196" y="35379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Data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10333196" y="4046458"/>
            <a:ext cx="330493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more walking to the shelf for a book that isn't there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212086" y="5085874"/>
            <a:ext cx="7632025" cy="2031683"/>
          </a:xfrm>
          <a:prstGeom prst="roundRect">
            <a:avLst>
              <a:gd name="adj" fmla="val 410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18064" y="529185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35E5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1775" y="5455444"/>
            <a:ext cx="267891" cy="2678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8064" y="60855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Efficiency</a:t>
            </a:r>
            <a:endParaRPr lang="en-US" sz="1950" dirty="0"/>
          </a:p>
        </p:txBody>
      </p:sp>
      <p:sp>
        <p:nvSpPr>
          <p:cNvPr id="21" name="Text 16"/>
          <p:cNvSpPr/>
          <p:nvPr/>
        </p:nvSpPr>
        <p:spPr>
          <a:xfrm>
            <a:off x="6418064" y="6594038"/>
            <a:ext cx="72200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Streamlined tools for librarians to manage inventory without the clutter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9898"/>
            <a:ext cx="62017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Designed for Our Community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0681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distinct user groups, each with unique needs and goals. Our LMS delivers tailored experiences that make every interaction seamless and intuitive.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65133"/>
            <a:ext cx="2425660" cy="2425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6388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Students (80%)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6068020"/>
            <a:ext cx="41821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Goal: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Borrow in &lt;30 seconds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6504623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Feature: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Mobile-First Search &amp; Dark Mode for late-night study sessions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2965133"/>
            <a:ext cx="2425660" cy="24256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23986" y="56388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Librarians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223986" y="6068020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Goal: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Manage inventory &amp; fines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5223986" y="6504623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Feature: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Bulk Actions &amp; Inline Editing for streamlined operations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2965133"/>
            <a:ext cx="2425660" cy="24256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4302" y="56388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Faculty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54302" y="6068020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Goal: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Resource planning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9654302" y="6504623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Feature: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Reservations &amp; Recommendations for course materials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512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Metrics that Matter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0204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strategic objectives are built around measurable outcomes that transform the library experience. Every feature is designed to deliver tangible improvements in speed, savings, and accessibility.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95954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30s</a:t>
            </a:r>
            <a:endParaRPr lang="en-US" sz="5150" dirty="0"/>
          </a:p>
        </p:txBody>
      </p:sp>
      <p:sp>
        <p:nvSpPr>
          <p:cNvPr id="5" name="Text 3"/>
          <p:cNvSpPr/>
          <p:nvPr/>
        </p:nvSpPr>
        <p:spPr>
          <a:xfrm>
            <a:off x="1090613" y="48625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Speed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5291733"/>
            <a:ext cx="307467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search-to-borrow time to less than 30 seconds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16467" y="395954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50%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4413290" y="48625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Savings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16467" y="5291733"/>
            <a:ext cx="307467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Cut overdue fines by 50% via automated push-notifications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39144" y="395954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60%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7735967" y="48625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Mobile Engagement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39144" y="5291733"/>
            <a:ext cx="307467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 60%+ mobile engagement through responsive UI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61821" y="3959543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100%</a:t>
            </a:r>
            <a:endParaRPr lang="en-US" sz="5150" dirty="0"/>
          </a:p>
        </p:txBody>
      </p:sp>
      <p:sp>
        <p:nvSpPr>
          <p:cNvPr id="14" name="Text 12"/>
          <p:cNvSpPr/>
          <p:nvPr/>
        </p:nvSpPr>
        <p:spPr>
          <a:xfrm>
            <a:off x="11058763" y="48625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Accessibility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761821" y="5291733"/>
            <a:ext cx="30747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WCAG 2.1 compliance for inclusive access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956" y="550664"/>
            <a:ext cx="6717268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From Concept to Campus-Ready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787956" y="1655088"/>
            <a:ext cx="246257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Development Cycle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87956" y="2158365"/>
            <a:ext cx="3543776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Rapid 1-week sprint to a functional MVP, delivering immediate value to our campus community.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87956" y="3296126"/>
            <a:ext cx="246257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Result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87956" y="3799403"/>
            <a:ext cx="3543776" cy="12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smarter, faster, and more accessible academic ecosystem that empowers students, supports librarians, and enhances faculty resource planning.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819888" y="1655088"/>
            <a:ext cx="246257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Tech-Forward Features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819888" y="2182773"/>
            <a:ext cx="196929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819888" y="2494598"/>
            <a:ext cx="3543776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1" name="Text 8"/>
          <p:cNvSpPr/>
          <p:nvPr/>
        </p:nvSpPr>
        <p:spPr>
          <a:xfrm>
            <a:off x="4819888" y="2638782"/>
            <a:ext cx="254138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Dynamic Categorization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819888" y="3142059"/>
            <a:ext cx="3543776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Biochem, Physics, and more—organized intelligently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819888" y="4113490"/>
            <a:ext cx="196929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4819888" y="4425315"/>
            <a:ext cx="3543776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5" name="Text 12"/>
          <p:cNvSpPr/>
          <p:nvPr/>
        </p:nvSpPr>
        <p:spPr>
          <a:xfrm>
            <a:off x="4819888" y="4569500"/>
            <a:ext cx="3543776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Database/API Integration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819888" y="5380553"/>
            <a:ext cx="354377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availability updates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819888" y="6037898"/>
            <a:ext cx="196929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4819888" y="6349722"/>
            <a:ext cx="3543776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9" name="Text 16"/>
          <p:cNvSpPr/>
          <p:nvPr/>
        </p:nvSpPr>
        <p:spPr>
          <a:xfrm>
            <a:off x="4819888" y="6493907"/>
            <a:ext cx="246257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Automated Reminders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819888" y="6997184"/>
            <a:ext cx="354377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miss a due date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Custom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Open Sans</vt:lpstr>
      <vt:lpstr>Crimson Pro Light</vt:lpstr>
      <vt:lpstr>Arial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 Abdullah</dc:creator>
  <cp:lastModifiedBy>Mohammed Abdullah</cp:lastModifiedBy>
  <cp:revision>1</cp:revision>
  <dcterms:created xsi:type="dcterms:W3CDTF">2026-02-06T10:02:50Z</dcterms:created>
  <dcterms:modified xsi:type="dcterms:W3CDTF">2026-02-08T10:10:16Z</dcterms:modified>
</cp:coreProperties>
</file>