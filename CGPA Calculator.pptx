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6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3" name="Google Shape;9;p2"/>
          <p:cNvPicPr/>
          <p:nvPr/>
        </p:nvPicPr>
        <p:blipFill>
          <a:blip r:embed="rId2">
            <a:alphaModFix amt="60000"/>
          </a:blip>
          <a:stretch/>
        </p:blipFill>
        <p:spPr>
          <a:xfrm flipH="1">
            <a:off x="360" y="0"/>
            <a:ext cx="9143640" cy="5143320"/>
          </a:xfrm>
          <a:prstGeom prst="rect">
            <a:avLst/>
          </a:prstGeom>
          <a:noFill/>
          <a:ln w="0">
            <a:noFill/>
          </a:ln>
        </p:spPr>
      </p:pic>
      <p:sp>
        <p:nvSpPr>
          <p:cNvPr id="4" name="PlaceHolder 1"/>
          <p:cNvSpPr>
            <a:spLocks noGrp="1"/>
          </p:cNvSpPr>
          <p:nvPr>
            <p:ph type="title"/>
          </p:nvPr>
        </p:nvSpPr>
        <p:spPr>
          <a:xfrm>
            <a:off x="228600" y="841680"/>
            <a:ext cx="6778800" cy="2493360"/>
          </a:xfrm>
          <a:prstGeom prst="rect">
            <a:avLst/>
          </a:prstGeom>
          <a:noFill/>
          <a:ln w="0">
            <a:noFill/>
          </a:ln>
        </p:spPr>
        <p:txBody>
          <a:bodyPr lIns="91440" tIns="91440" rIns="91440" bIns="91440" anchor="b">
            <a:noAutofit/>
          </a:bodyPr>
          <a:lstStyle/>
          <a:p>
            <a:pPr indent="0">
              <a:buNone/>
            </a:pPr>
            <a:r>
              <a:rPr lang="fr-FR" sz="78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3" name="Google Shape;49;p11"/>
          <p:cNvPicPr/>
          <p:nvPr/>
        </p:nvPicPr>
        <p:blipFill>
          <a:blip r:embed="rId2">
            <a:alphaModFix amt="60000"/>
          </a:blip>
          <a:stretch/>
        </p:blipFill>
        <p:spPr>
          <a:xfrm rot="10800000">
            <a:off x="360" y="0"/>
            <a:ext cx="9143640" cy="5143320"/>
          </a:xfrm>
          <a:prstGeom prst="rect">
            <a:avLst/>
          </a:prstGeom>
          <a:noFill/>
          <a:ln w="0">
            <a:noFill/>
          </a:ln>
        </p:spPr>
      </p:pic>
      <p:sp>
        <p:nvSpPr>
          <p:cNvPr id="4"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Manrope Medium"/>
                <a:ea typeface="Manrope Medium"/>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pic>
        <p:nvPicPr>
          <p:cNvPr id="5" name="Google Shape;54;p13"/>
          <p:cNvPicPr/>
          <p:nvPr/>
        </p:nvPicPr>
        <p:blipFill>
          <a:blip r:embed="rId2">
            <a:alphaModFix amt="60000"/>
          </a:blip>
          <a:stretch/>
        </p:blipFill>
        <p:spPr>
          <a:xfrm>
            <a:off x="0" y="0"/>
            <a:ext cx="9143640" cy="5143320"/>
          </a:xfrm>
          <a:prstGeom prst="rect">
            <a:avLst/>
          </a:prstGeom>
          <a:noFill/>
          <a:ln w="0">
            <a:noFill/>
          </a:ln>
        </p:spPr>
      </p:pic>
      <p:sp>
        <p:nvSpPr>
          <p:cNvPr id="6" name="PlaceHolder 1"/>
          <p:cNvSpPr>
            <a:spLocks noGrp="1"/>
          </p:cNvSpPr>
          <p:nvPr>
            <p:ph type="title"/>
          </p:nvPr>
        </p:nvSpPr>
        <p:spPr>
          <a:xfrm>
            <a:off x="228600" y="155520"/>
            <a:ext cx="4032000" cy="5846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7" name="PlaceHolder 2"/>
          <p:cNvSpPr>
            <a:spLocks noGrp="1"/>
          </p:cNvSpPr>
          <p:nvPr>
            <p:ph type="title"/>
          </p:nvPr>
        </p:nvSpPr>
        <p:spPr>
          <a:xfrm>
            <a:off x="4503960" y="3056760"/>
            <a:ext cx="865440" cy="418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8" name="PlaceHolder 3"/>
          <p:cNvSpPr>
            <a:spLocks noGrp="1"/>
          </p:cNvSpPr>
          <p:nvPr>
            <p:ph type="title"/>
          </p:nvPr>
        </p:nvSpPr>
        <p:spPr>
          <a:xfrm>
            <a:off x="4503960" y="1375200"/>
            <a:ext cx="865440" cy="418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9" name="PlaceHolder 4"/>
          <p:cNvSpPr>
            <a:spLocks noGrp="1"/>
          </p:cNvSpPr>
          <p:nvPr>
            <p:ph type="title"/>
          </p:nvPr>
        </p:nvSpPr>
        <p:spPr>
          <a:xfrm>
            <a:off x="4504680" y="534600"/>
            <a:ext cx="864000" cy="418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10" name="PlaceHolder 5"/>
          <p:cNvSpPr>
            <a:spLocks noGrp="1"/>
          </p:cNvSpPr>
          <p:nvPr>
            <p:ph type="title"/>
          </p:nvPr>
        </p:nvSpPr>
        <p:spPr>
          <a:xfrm>
            <a:off x="4503960" y="2215800"/>
            <a:ext cx="865440" cy="418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11" name="PlaceHolder 6"/>
          <p:cNvSpPr>
            <a:spLocks noGrp="1"/>
          </p:cNvSpPr>
          <p:nvPr>
            <p:ph type="body"/>
          </p:nvPr>
        </p:nvSpPr>
        <p:spPr>
          <a:xfrm>
            <a:off x="228600" y="740520"/>
            <a:ext cx="4032000" cy="11077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2" name="PlaceHolder 7"/>
          <p:cNvSpPr>
            <a:spLocks noGrp="1"/>
          </p:cNvSpPr>
          <p:nvPr>
            <p:ph type="title"/>
          </p:nvPr>
        </p:nvSpPr>
        <p:spPr>
          <a:xfrm>
            <a:off x="4503960" y="3897360"/>
            <a:ext cx="865440" cy="418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13" name="Google Shape;73;p14"/>
          <p:cNvPicPr/>
          <p:nvPr/>
        </p:nvPicPr>
        <p:blipFill>
          <a:blip r:embed="rId2">
            <a:alphaModFix amt="60000"/>
          </a:blip>
          <a:stretch/>
        </p:blipFill>
        <p:spPr>
          <a:xfrm flipH="1">
            <a:off x="360" y="0"/>
            <a:ext cx="9143640" cy="5143320"/>
          </a:xfrm>
          <a:prstGeom prst="rect">
            <a:avLst/>
          </a:prstGeom>
          <a:noFill/>
          <a:ln w="0">
            <a:noFill/>
          </a:ln>
        </p:spPr>
      </p:pic>
      <p:sp>
        <p:nvSpPr>
          <p:cNvPr id="14" name="PlaceHolder 1"/>
          <p:cNvSpPr>
            <a:spLocks noGrp="1"/>
          </p:cNvSpPr>
          <p:nvPr>
            <p:ph type="title"/>
          </p:nvPr>
        </p:nvSpPr>
        <p:spPr>
          <a:xfrm>
            <a:off x="228600" y="1095480"/>
            <a:ext cx="7916040" cy="64512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5" name="PlaceHolder 2"/>
          <p:cNvSpPr>
            <a:spLocks noGrp="1"/>
          </p:cNvSpPr>
          <p:nvPr>
            <p:ph type="body"/>
          </p:nvPr>
        </p:nvSpPr>
        <p:spPr>
          <a:xfrm>
            <a:off x="228600" y="1775520"/>
            <a:ext cx="6131520" cy="18468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lt1"/>
        </a:solidFill>
        <a:effectLst/>
      </p:bgPr>
    </p:bg>
    <p:spTree>
      <p:nvGrpSpPr>
        <p:cNvPr id="1" name=""/>
        <p:cNvGrpSpPr/>
        <p:nvPr/>
      </p:nvGrpSpPr>
      <p:grpSpPr>
        <a:xfrm>
          <a:off x="0" y="0"/>
          <a:ext cx="0" cy="0"/>
          <a:chOff x="0" y="0"/>
          <a:chExt cx="0" cy="0"/>
        </a:xfrm>
      </p:grpSpPr>
      <p:pic>
        <p:nvPicPr>
          <p:cNvPr id="16" name="Google Shape;77;p15"/>
          <p:cNvPicPr/>
          <p:nvPr/>
        </p:nvPicPr>
        <p:blipFill>
          <a:blip r:embed="rId2">
            <a:alphaModFix amt="60000"/>
          </a:blip>
          <a:stretch/>
        </p:blipFill>
        <p:spPr>
          <a:xfrm>
            <a:off x="0" y="0"/>
            <a:ext cx="9143640" cy="5143320"/>
          </a:xfrm>
          <a:prstGeom prst="rect">
            <a:avLst/>
          </a:prstGeom>
          <a:noFill/>
          <a:ln w="0">
            <a:noFill/>
          </a:ln>
        </p:spPr>
      </p:pic>
      <p:sp>
        <p:nvSpPr>
          <p:cNvPr id="17" name="PlaceHolder 1"/>
          <p:cNvSpPr>
            <a:spLocks noGrp="1"/>
          </p:cNvSpPr>
          <p:nvPr>
            <p:ph type="title"/>
          </p:nvPr>
        </p:nvSpPr>
        <p:spPr>
          <a:xfrm>
            <a:off x="228600" y="155520"/>
            <a:ext cx="4668480" cy="13849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8" name="PlaceHolder 2"/>
          <p:cNvSpPr>
            <a:spLocks noGrp="1"/>
          </p:cNvSpPr>
          <p:nvPr>
            <p:ph type="body"/>
          </p:nvPr>
        </p:nvSpPr>
        <p:spPr>
          <a:xfrm>
            <a:off x="228600" y="1540800"/>
            <a:ext cx="4668480" cy="18979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9" name="PlaceHolder 3"/>
          <p:cNvSpPr>
            <a:spLocks noGrp="1"/>
          </p:cNvSpPr>
          <p:nvPr>
            <p:ph type="body"/>
          </p:nvPr>
        </p:nvSpPr>
        <p:spPr>
          <a:xfrm>
            <a:off x="5487120" y="1540800"/>
            <a:ext cx="3427920" cy="3373920"/>
          </a:xfrm>
          <a:prstGeom prst="rect">
            <a:avLst/>
          </a:prstGeom>
          <a:noFill/>
          <a:ln w="0">
            <a:noFill/>
          </a:ln>
        </p:spPr>
        <p:txBody>
          <a:bodyPr lIns="90000" tIns="45000" rIns="90000" bIns="45000" anchor="t">
            <a:normAutofit fontScale="850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20" name="Google Shape;82;p16"/>
          <p:cNvPicPr/>
          <p:nvPr/>
        </p:nvPicPr>
        <p:blipFill>
          <a:blip r:embed="rId2">
            <a:alphaModFix amt="60000"/>
          </a:blip>
          <a:stretch/>
        </p:blipFill>
        <p:spPr>
          <a:xfrm rot="10800000">
            <a:off x="360" y="0"/>
            <a:ext cx="9143640" cy="5143320"/>
          </a:xfrm>
          <a:prstGeom prst="rect">
            <a:avLst/>
          </a:prstGeom>
          <a:noFill/>
          <a:ln w="0">
            <a:noFill/>
          </a:ln>
        </p:spPr>
      </p:pic>
      <p:sp>
        <p:nvSpPr>
          <p:cNvPr id="21" name="PlaceHolder 1"/>
          <p:cNvSpPr>
            <a:spLocks noGrp="1"/>
          </p:cNvSpPr>
          <p:nvPr>
            <p:ph type="title"/>
          </p:nvPr>
        </p:nvSpPr>
        <p:spPr>
          <a:xfrm>
            <a:off x="228600" y="15552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2_1">
    <p:bg>
      <p:bgPr>
        <a:solidFill>
          <a:schemeClr val="lt1"/>
        </a:solidFill>
        <a:effectLst/>
      </p:bgPr>
    </p:bg>
    <p:spTree>
      <p:nvGrpSpPr>
        <p:cNvPr id="1" name=""/>
        <p:cNvGrpSpPr/>
        <p:nvPr/>
      </p:nvGrpSpPr>
      <p:grpSpPr>
        <a:xfrm>
          <a:off x="0" y="0"/>
          <a:ext cx="0" cy="0"/>
          <a:chOff x="0" y="0"/>
          <a:chExt cx="0" cy="0"/>
        </a:xfrm>
      </p:grpSpPr>
      <p:pic>
        <p:nvPicPr>
          <p:cNvPr id="22" name="Google Shape;85;p17"/>
          <p:cNvPicPr/>
          <p:nvPr/>
        </p:nvPicPr>
        <p:blipFill>
          <a:blip r:embed="rId2">
            <a:alphaModFix amt="60000"/>
          </a:blip>
          <a:stretch/>
        </p:blipFill>
        <p:spPr>
          <a:xfrm>
            <a:off x="0" y="0"/>
            <a:ext cx="9143640" cy="5143320"/>
          </a:xfrm>
          <a:prstGeom prst="rect">
            <a:avLst/>
          </a:prstGeom>
          <a:noFill/>
          <a:ln w="0">
            <a:noFill/>
          </a:ln>
        </p:spPr>
      </p:pic>
      <p:sp>
        <p:nvSpPr>
          <p:cNvPr id="23" name="PlaceHolder 1"/>
          <p:cNvSpPr>
            <a:spLocks noGrp="1"/>
          </p:cNvSpPr>
          <p:nvPr>
            <p:ph type="title"/>
          </p:nvPr>
        </p:nvSpPr>
        <p:spPr>
          <a:xfrm>
            <a:off x="228600" y="15552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ITLE_ONLY_2_2">
    <p:bg>
      <p:bgPr>
        <a:solidFill>
          <a:schemeClr val="lt1"/>
        </a:solidFill>
        <a:effectLst/>
      </p:bgPr>
    </p:bg>
    <p:spTree>
      <p:nvGrpSpPr>
        <p:cNvPr id="1" name=""/>
        <p:cNvGrpSpPr/>
        <p:nvPr/>
      </p:nvGrpSpPr>
      <p:grpSpPr>
        <a:xfrm>
          <a:off x="0" y="0"/>
          <a:ext cx="0" cy="0"/>
          <a:chOff x="0" y="0"/>
          <a:chExt cx="0" cy="0"/>
        </a:xfrm>
      </p:grpSpPr>
      <p:pic>
        <p:nvPicPr>
          <p:cNvPr id="24" name="Google Shape;88;p18"/>
          <p:cNvPicPr/>
          <p:nvPr/>
        </p:nvPicPr>
        <p:blipFill>
          <a:blip r:embed="rId2">
            <a:alphaModFix amt="60000"/>
          </a:blip>
          <a:stretch/>
        </p:blipFill>
        <p:spPr>
          <a:xfrm flipH="1">
            <a:off x="360" y="0"/>
            <a:ext cx="9143640" cy="5143320"/>
          </a:xfrm>
          <a:prstGeom prst="rect">
            <a:avLst/>
          </a:prstGeom>
          <a:noFill/>
          <a:ln w="0">
            <a:noFill/>
          </a:ln>
        </p:spPr>
      </p:pic>
      <p:sp>
        <p:nvSpPr>
          <p:cNvPr id="25" name="PlaceHolder 1"/>
          <p:cNvSpPr>
            <a:spLocks noGrp="1"/>
          </p:cNvSpPr>
          <p:nvPr>
            <p:ph type="title"/>
          </p:nvPr>
        </p:nvSpPr>
        <p:spPr>
          <a:xfrm>
            <a:off x="228600" y="15552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pic>
        <p:nvPicPr>
          <p:cNvPr id="26" name="Google Shape;91;p19"/>
          <p:cNvPicPr/>
          <p:nvPr/>
        </p:nvPicPr>
        <p:blipFill>
          <a:blip r:embed="rId2">
            <a:alphaModFix amt="60000"/>
          </a:blip>
          <a:stretch/>
        </p:blipFill>
        <p:spPr>
          <a:xfrm flipH="1">
            <a:off x="360" y="0"/>
            <a:ext cx="9143640" cy="5143320"/>
          </a:xfrm>
          <a:prstGeom prst="rect">
            <a:avLst/>
          </a:prstGeom>
          <a:noFill/>
          <a:ln w="0">
            <a:noFill/>
          </a:ln>
        </p:spPr>
      </p:pic>
      <p:sp>
        <p:nvSpPr>
          <p:cNvPr id="27" name="PlaceHolder 1"/>
          <p:cNvSpPr>
            <a:spLocks noGrp="1"/>
          </p:cNvSpPr>
          <p:nvPr>
            <p:ph type="title"/>
          </p:nvPr>
        </p:nvSpPr>
        <p:spPr>
          <a:xfrm>
            <a:off x="228600" y="155520"/>
            <a:ext cx="3428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8" name="PlaceHolder 2"/>
          <p:cNvSpPr>
            <a:spLocks noGrp="1"/>
          </p:cNvSpPr>
          <p:nvPr>
            <p:ph type="title"/>
          </p:nvPr>
        </p:nvSpPr>
        <p:spPr>
          <a:xfrm>
            <a:off x="4355280" y="1939320"/>
            <a:ext cx="865440" cy="418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29" name="PlaceHolder 3"/>
          <p:cNvSpPr>
            <a:spLocks noGrp="1"/>
          </p:cNvSpPr>
          <p:nvPr>
            <p:ph type="title"/>
          </p:nvPr>
        </p:nvSpPr>
        <p:spPr>
          <a:xfrm>
            <a:off x="4356360" y="359640"/>
            <a:ext cx="864000" cy="418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30" name="PlaceHolder 4"/>
          <p:cNvSpPr>
            <a:spLocks noGrp="1"/>
          </p:cNvSpPr>
          <p:nvPr>
            <p:ph type="title"/>
          </p:nvPr>
        </p:nvSpPr>
        <p:spPr>
          <a:xfrm>
            <a:off x="4355280" y="3518640"/>
            <a:ext cx="865440" cy="418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31" name="PlaceHolder 5"/>
          <p:cNvSpPr>
            <a:spLocks noGrp="1"/>
          </p:cNvSpPr>
          <p:nvPr>
            <p:ph type="body"/>
          </p:nvPr>
        </p:nvSpPr>
        <p:spPr>
          <a:xfrm>
            <a:off x="228960" y="1540800"/>
            <a:ext cx="3427920" cy="3373920"/>
          </a:xfrm>
          <a:prstGeom prst="rect">
            <a:avLst/>
          </a:prstGeom>
          <a:noFill/>
          <a:ln w="0">
            <a:noFill/>
          </a:ln>
        </p:spPr>
        <p:txBody>
          <a:bodyPr lIns="90000" tIns="45000" rIns="90000" bIns="45000" anchor="t">
            <a:normAutofit fontScale="850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pic>
        <p:nvPicPr>
          <p:cNvPr id="32" name="Google Shape;104;p20"/>
          <p:cNvPicPr/>
          <p:nvPr/>
        </p:nvPicPr>
        <p:blipFill>
          <a:blip r:embed="rId2">
            <a:alphaModFix amt="60000"/>
          </a:blip>
          <a:stretch/>
        </p:blipFill>
        <p:spPr>
          <a:xfrm rot="10800000" flipH="1">
            <a:off x="0" y="0"/>
            <a:ext cx="9143640" cy="5143320"/>
          </a:xfrm>
          <a:prstGeom prst="rect">
            <a:avLst/>
          </a:prstGeom>
          <a:noFill/>
          <a:ln w="0">
            <a:noFill/>
          </a:ln>
        </p:spPr>
      </p:pic>
      <p:sp>
        <p:nvSpPr>
          <p:cNvPr id="33" name="PlaceHolder 1"/>
          <p:cNvSpPr>
            <a:spLocks noGrp="1"/>
          </p:cNvSpPr>
          <p:nvPr>
            <p:ph type="title"/>
          </p:nvPr>
        </p:nvSpPr>
        <p:spPr>
          <a:xfrm>
            <a:off x="228600" y="155520"/>
            <a:ext cx="3428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34" name="PlaceHolder 2"/>
          <p:cNvSpPr>
            <a:spLocks noGrp="1"/>
          </p:cNvSpPr>
          <p:nvPr>
            <p:ph type="title"/>
          </p:nvPr>
        </p:nvSpPr>
        <p:spPr>
          <a:xfrm>
            <a:off x="4536000" y="1352520"/>
            <a:ext cx="865440" cy="418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35" name="PlaceHolder 3"/>
          <p:cNvSpPr>
            <a:spLocks noGrp="1"/>
          </p:cNvSpPr>
          <p:nvPr>
            <p:ph type="title"/>
          </p:nvPr>
        </p:nvSpPr>
        <p:spPr>
          <a:xfrm>
            <a:off x="228600" y="2373840"/>
            <a:ext cx="865440" cy="41760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36" name="PlaceHolder 4"/>
          <p:cNvSpPr>
            <a:spLocks noGrp="1"/>
          </p:cNvSpPr>
          <p:nvPr>
            <p:ph type="title"/>
          </p:nvPr>
        </p:nvSpPr>
        <p:spPr>
          <a:xfrm>
            <a:off x="229320" y="1351080"/>
            <a:ext cx="864000" cy="418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37" name="PlaceHolder 5"/>
          <p:cNvSpPr>
            <a:spLocks noGrp="1"/>
          </p:cNvSpPr>
          <p:nvPr>
            <p:ph type="title"/>
          </p:nvPr>
        </p:nvSpPr>
        <p:spPr>
          <a:xfrm>
            <a:off x="228600" y="3395160"/>
            <a:ext cx="865440" cy="41868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38" name="PlaceHolder 6"/>
          <p:cNvSpPr>
            <a:spLocks noGrp="1"/>
          </p:cNvSpPr>
          <p:nvPr>
            <p:ph type="title"/>
          </p:nvPr>
        </p:nvSpPr>
        <p:spPr>
          <a:xfrm>
            <a:off x="4536000" y="2369880"/>
            <a:ext cx="865440" cy="41760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
        <p:nvSpPr>
          <p:cNvPr id="39" name="PlaceHolder 7"/>
          <p:cNvSpPr>
            <a:spLocks noGrp="1"/>
          </p:cNvSpPr>
          <p:nvPr>
            <p:ph type="title"/>
          </p:nvPr>
        </p:nvSpPr>
        <p:spPr>
          <a:xfrm>
            <a:off x="4536000" y="3395160"/>
            <a:ext cx="865440" cy="41868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Manrope Medium"/>
                <a:ea typeface="Manrope Medium"/>
              </a:rPr>
              <a:t>xx%</a:t>
            </a:r>
            <a:endParaRPr lang="fr-FR" sz="2000" b="0" u="none" strike="noStrike">
              <a:solidFill>
                <a:schemeClr val="dk1"/>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40" name="Google Shape;13;p3"/>
          <p:cNvPicPr/>
          <p:nvPr/>
        </p:nvPicPr>
        <p:blipFill>
          <a:blip r:embed="rId2">
            <a:alphaModFix amt="60000"/>
          </a:blip>
          <a:stretch/>
        </p:blipFill>
        <p:spPr>
          <a:xfrm rot="10800000">
            <a:off x="360" y="0"/>
            <a:ext cx="9143640" cy="5143320"/>
          </a:xfrm>
          <a:prstGeom prst="rect">
            <a:avLst/>
          </a:prstGeom>
          <a:noFill/>
          <a:ln w="0">
            <a:noFill/>
          </a:ln>
        </p:spPr>
      </p:pic>
      <p:sp>
        <p:nvSpPr>
          <p:cNvPr id="41" name="PlaceHolder 1"/>
          <p:cNvSpPr>
            <a:spLocks noGrp="1"/>
          </p:cNvSpPr>
          <p:nvPr>
            <p:ph type="title"/>
          </p:nvPr>
        </p:nvSpPr>
        <p:spPr>
          <a:xfrm>
            <a:off x="228600" y="1725120"/>
            <a:ext cx="4933800" cy="1662120"/>
          </a:xfrm>
          <a:prstGeom prst="rect">
            <a:avLst/>
          </a:prstGeom>
          <a:noFill/>
          <a:ln w="0">
            <a:noFill/>
          </a:ln>
        </p:spPr>
        <p:txBody>
          <a:bodyPr lIns="91440" tIns="91440" rIns="91440" bIns="91440" anchor="ctr">
            <a:noAutofit/>
          </a:bodyPr>
          <a:lstStyle/>
          <a:p>
            <a:pPr indent="0">
              <a:buNone/>
            </a:pPr>
            <a:r>
              <a:rPr lang="fr-FR" sz="4800" b="0" u="none" strike="noStrike">
                <a:solidFill>
                  <a:schemeClr val="dk1"/>
                </a:solidFill>
                <a:effectLst/>
                <a:uFillTx/>
                <a:latin typeface="Arial"/>
              </a:rPr>
              <a:t>Click to edit the title text format</a:t>
            </a:r>
          </a:p>
        </p:txBody>
      </p:sp>
      <p:sp>
        <p:nvSpPr>
          <p:cNvPr id="42" name="PlaceHolder 2"/>
          <p:cNvSpPr>
            <a:spLocks noGrp="1"/>
          </p:cNvSpPr>
          <p:nvPr>
            <p:ph type="title"/>
          </p:nvPr>
        </p:nvSpPr>
        <p:spPr>
          <a:xfrm>
            <a:off x="228600" y="740160"/>
            <a:ext cx="1267920" cy="984960"/>
          </a:xfrm>
          <a:prstGeom prst="rect">
            <a:avLst/>
          </a:prstGeom>
          <a:noFill/>
          <a:ln w="0">
            <a:noFill/>
          </a:ln>
        </p:spPr>
        <p:txBody>
          <a:bodyPr lIns="91440" tIns="91440" rIns="91440" bIns="91440" anchor="ctr">
            <a:noAutofit/>
          </a:bodyPr>
          <a:lstStyle/>
          <a:p>
            <a:pPr indent="0">
              <a:lnSpc>
                <a:spcPct val="100000"/>
              </a:lnSpc>
              <a:buNone/>
            </a:pPr>
            <a:r>
              <a:rPr lang="fr-FR" sz="5200" b="0" u="none" strike="noStrike">
                <a:solidFill>
                  <a:schemeClr val="dk1"/>
                </a:solidFill>
                <a:effectLst/>
                <a:uFillTx/>
                <a:latin typeface="Manrope Medium"/>
                <a:ea typeface="Manrope Medium"/>
              </a:rPr>
              <a:t>xx%</a:t>
            </a:r>
            <a:endParaRPr lang="fr-FR" sz="52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pic>
        <p:nvPicPr>
          <p:cNvPr id="43" name="Google Shape;125;p21"/>
          <p:cNvPicPr/>
          <p:nvPr/>
        </p:nvPicPr>
        <p:blipFill>
          <a:blip r:embed="rId2">
            <a:alphaModFix amt="60000"/>
          </a:blip>
          <a:stretch/>
        </p:blipFill>
        <p:spPr>
          <a:xfrm flipH="1">
            <a:off x="360" y="0"/>
            <a:ext cx="9143640" cy="5143320"/>
          </a:xfrm>
          <a:prstGeom prst="rect">
            <a:avLst/>
          </a:prstGeom>
          <a:noFill/>
          <a:ln w="0">
            <a:noFill/>
          </a:ln>
        </p:spPr>
      </p:pic>
      <p:sp>
        <p:nvSpPr>
          <p:cNvPr id="44" name="PlaceHolder 1"/>
          <p:cNvSpPr>
            <a:spLocks noGrp="1"/>
          </p:cNvSpPr>
          <p:nvPr>
            <p:ph type="title"/>
          </p:nvPr>
        </p:nvSpPr>
        <p:spPr>
          <a:xfrm>
            <a:off x="228600" y="113904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0" u="none" strike="noStrike">
                <a:solidFill>
                  <a:schemeClr val="dk1"/>
                </a:solidFill>
                <a:effectLst/>
                <a:uFillTx/>
                <a:latin typeface="Manrope Medium"/>
                <a:ea typeface="Manrope Medium"/>
              </a:rPr>
              <a:t>xx%</a:t>
            </a:r>
            <a:endParaRPr lang="fr-FR" sz="4500" b="0" u="none" strike="noStrike">
              <a:solidFill>
                <a:schemeClr val="dk1"/>
              </a:solidFill>
              <a:effectLst/>
              <a:uFillTx/>
              <a:latin typeface="Arial"/>
            </a:endParaRPr>
          </a:p>
        </p:txBody>
      </p:sp>
      <p:sp>
        <p:nvSpPr>
          <p:cNvPr id="45" name="PlaceHolder 2"/>
          <p:cNvSpPr>
            <a:spLocks noGrp="1"/>
          </p:cNvSpPr>
          <p:nvPr>
            <p:ph type="title"/>
          </p:nvPr>
        </p:nvSpPr>
        <p:spPr>
          <a:xfrm>
            <a:off x="228600" y="275796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0" u="none" strike="noStrike">
                <a:solidFill>
                  <a:schemeClr val="dk1"/>
                </a:solidFill>
                <a:effectLst/>
                <a:uFillTx/>
                <a:latin typeface="Manrope Medium"/>
                <a:ea typeface="Manrope Medium"/>
              </a:rPr>
              <a:t>xx%</a:t>
            </a:r>
            <a:endParaRPr lang="fr-FR" sz="4500" b="0" u="none" strike="noStrike">
              <a:solidFill>
                <a:schemeClr val="dk1"/>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46" name="Google Shape;131;p22"/>
          <p:cNvPicPr/>
          <p:nvPr/>
        </p:nvPicPr>
        <p:blipFill>
          <a:blip r:embed="rId2">
            <a:alphaModFix amt="60000"/>
          </a:blip>
          <a:stretch/>
        </p:blipFill>
        <p:spPr>
          <a:xfrm rot="10800000">
            <a:off x="360" y="0"/>
            <a:ext cx="9143640" cy="5143320"/>
          </a:xfrm>
          <a:prstGeom prst="rect">
            <a:avLst/>
          </a:prstGeom>
          <a:noFill/>
          <a:ln w="0">
            <a:noFill/>
          </a:ln>
        </p:spPr>
      </p:pic>
      <p:sp>
        <p:nvSpPr>
          <p:cNvPr id="47" name="PlaceHolder 1"/>
          <p:cNvSpPr>
            <a:spLocks noGrp="1"/>
          </p:cNvSpPr>
          <p:nvPr>
            <p:ph type="title"/>
          </p:nvPr>
        </p:nvSpPr>
        <p:spPr>
          <a:xfrm>
            <a:off x="228600" y="680040"/>
            <a:ext cx="4447800" cy="95400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48" name="Google Shape;134;p22"/>
          <p:cNvSpPr/>
          <p:nvPr/>
        </p:nvSpPr>
        <p:spPr>
          <a:xfrm>
            <a:off x="228600" y="3039840"/>
            <a:ext cx="3993480" cy="49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000" b="1" u="none" strike="noStrike">
                <a:solidFill>
                  <a:schemeClr val="dk1"/>
                </a:solidFill>
                <a:effectLst/>
                <a:uFillTx/>
                <a:latin typeface="Public Sans"/>
                <a:ea typeface="Public Sans"/>
              </a:rPr>
              <a:t>CREDITS:</a:t>
            </a:r>
            <a:r>
              <a:rPr lang="en" sz="1000" b="0" u="none" strike="noStrike">
                <a:solidFill>
                  <a:schemeClr val="dk1"/>
                </a:solidFill>
                <a:effectLst/>
                <a:uFillTx/>
                <a:latin typeface="Public Sans"/>
                <a:ea typeface="Public Sans"/>
              </a:rPr>
              <a:t> This presentation template was created by </a:t>
            </a:r>
            <a:r>
              <a:rPr lang="en" sz="1000" b="1" u="sng" strike="noStrike">
                <a:solidFill>
                  <a:schemeClr val="dk1"/>
                </a:solidFill>
                <a:effectLst/>
                <a:uFillTx/>
                <a:latin typeface="Public Sans"/>
                <a:ea typeface="Public Sans"/>
                <a:hlinkClick r:id="rId3"/>
              </a:rPr>
              <a:t>Slidesgo</a:t>
            </a:r>
            <a:r>
              <a:rPr lang="en" sz="1000" b="0" u="none" strike="noStrike">
                <a:solidFill>
                  <a:schemeClr val="dk1"/>
                </a:solidFill>
                <a:effectLst/>
                <a:uFillTx/>
                <a:latin typeface="Public Sans"/>
                <a:ea typeface="Public Sans"/>
              </a:rPr>
              <a:t>, and includes icons, infographics &amp; images by </a:t>
            </a:r>
            <a:r>
              <a:rPr lang="en" sz="1000" b="1" u="sng" strike="noStrike">
                <a:solidFill>
                  <a:schemeClr val="dk1"/>
                </a:solidFill>
                <a:effectLst/>
                <a:uFillTx/>
                <a:latin typeface="Public Sans"/>
                <a:ea typeface="Public Sans"/>
                <a:hlinkClick r:id="rId4"/>
              </a:rPr>
              <a:t>Freepik</a:t>
            </a:r>
            <a:r>
              <a:rPr lang="en" sz="1000" b="0" u="none" strike="noStrike">
                <a:solidFill>
                  <a:schemeClr val="dk1"/>
                </a:solidFill>
                <a:effectLst/>
                <a:uFillTx/>
                <a:latin typeface="Public Sans"/>
                <a:ea typeface="Public Sans"/>
              </a:rPr>
              <a:t> </a:t>
            </a:r>
            <a:endParaRPr lang="en-US" sz="1000" b="0" u="none" strike="noStrike">
              <a:solidFill>
                <a:srgbClr val="000000"/>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pic>
        <p:nvPicPr>
          <p:cNvPr id="49" name="Google Shape;136;p23"/>
          <p:cNvPicPr/>
          <p:nvPr/>
        </p:nvPicPr>
        <p:blipFill>
          <a:blip r:embed="rId2">
            <a:alphaModFix amt="60000"/>
          </a:blip>
          <a:stretch/>
        </p:blipFill>
        <p:spPr>
          <a:xfrm flipH="1">
            <a:off x="360" y="0"/>
            <a:ext cx="9143640" cy="5143320"/>
          </a:xfrm>
          <a:prstGeom prst="rect">
            <a:avLst/>
          </a:prstGeom>
          <a:noFill/>
          <a:ln w="0">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pic>
        <p:nvPicPr>
          <p:cNvPr id="50" name="Google Shape;138;p24"/>
          <p:cNvPicPr/>
          <p:nvPr/>
        </p:nvPicPr>
        <p:blipFill>
          <a:blip r:embed="rId2">
            <a:alphaModFix amt="60000"/>
          </a:blip>
          <a:stretch/>
        </p:blipFill>
        <p:spPr>
          <a:xfrm flipH="1">
            <a:off x="360" y="0"/>
            <a:ext cx="9143640" cy="5143320"/>
          </a:xfrm>
          <a:prstGeom prst="rect">
            <a:avLst/>
          </a:prstGeom>
          <a:noFill/>
          <a:ln w="0">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51" name="Google Shape;18;p4"/>
          <p:cNvPicPr/>
          <p:nvPr/>
        </p:nvPicPr>
        <p:blipFill>
          <a:blip r:embed="rId2">
            <a:alphaModFix amt="60000"/>
          </a:blip>
          <a:stretch/>
        </p:blipFill>
        <p:spPr>
          <a:xfrm>
            <a:off x="0" y="0"/>
            <a:ext cx="9143640" cy="5143320"/>
          </a:xfrm>
          <a:prstGeom prst="rect">
            <a:avLst/>
          </a:prstGeom>
          <a:noFill/>
          <a:ln w="0">
            <a:noFill/>
          </a:ln>
        </p:spPr>
      </p:pic>
      <p:sp>
        <p:nvSpPr>
          <p:cNvPr id="52" name="PlaceHolder 1"/>
          <p:cNvSpPr>
            <a:spLocks noGrp="1"/>
          </p:cNvSpPr>
          <p:nvPr>
            <p:ph type="title"/>
          </p:nvPr>
        </p:nvSpPr>
        <p:spPr>
          <a:xfrm>
            <a:off x="228600" y="15552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3" name="PlaceHolder 2"/>
          <p:cNvSpPr>
            <a:spLocks noGrp="1"/>
          </p:cNvSpPr>
          <p:nvPr>
            <p:ph type="body"/>
          </p:nvPr>
        </p:nvSpPr>
        <p:spPr>
          <a:xfrm>
            <a:off x="228600" y="1017000"/>
            <a:ext cx="7703640" cy="3690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54" name="Google Shape;22;p5"/>
          <p:cNvPicPr/>
          <p:nvPr/>
        </p:nvPicPr>
        <p:blipFill>
          <a:blip r:embed="rId2">
            <a:alphaModFix amt="60000"/>
          </a:blip>
          <a:stretch/>
        </p:blipFill>
        <p:spPr>
          <a:xfrm flipH="1">
            <a:off x="360" y="0"/>
            <a:ext cx="9143640" cy="5143320"/>
          </a:xfrm>
          <a:prstGeom prst="rect">
            <a:avLst/>
          </a:prstGeom>
          <a:noFill/>
          <a:ln w="0">
            <a:noFill/>
          </a:ln>
        </p:spPr>
      </p:pic>
      <p:sp>
        <p:nvSpPr>
          <p:cNvPr id="55" name="PlaceHolder 1"/>
          <p:cNvSpPr>
            <a:spLocks noGrp="1"/>
          </p:cNvSpPr>
          <p:nvPr>
            <p:ph type="title"/>
          </p:nvPr>
        </p:nvSpPr>
        <p:spPr>
          <a:xfrm>
            <a:off x="228600" y="15552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6" name="PlaceHolder 2"/>
          <p:cNvSpPr>
            <a:spLocks noGrp="1"/>
          </p:cNvSpPr>
          <p:nvPr>
            <p:ph type="body"/>
          </p:nvPr>
        </p:nvSpPr>
        <p:spPr>
          <a:xfrm>
            <a:off x="5487480" y="1540800"/>
            <a:ext cx="3427920" cy="3373920"/>
          </a:xfrm>
          <a:prstGeom prst="rect">
            <a:avLst/>
          </a:prstGeom>
          <a:noFill/>
          <a:ln w="0">
            <a:noFill/>
          </a:ln>
        </p:spPr>
        <p:txBody>
          <a:bodyPr lIns="90000" tIns="45000" rIns="90000" bIns="45000" anchor="t">
            <a:normAutofit fontScale="850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57" name="Google Shape;30;p6"/>
          <p:cNvPicPr/>
          <p:nvPr/>
        </p:nvPicPr>
        <p:blipFill>
          <a:blip r:embed="rId2">
            <a:alphaModFix amt="60000"/>
          </a:blip>
          <a:stretch/>
        </p:blipFill>
        <p:spPr>
          <a:xfrm rot="10800000">
            <a:off x="360" y="0"/>
            <a:ext cx="9143640" cy="5143320"/>
          </a:xfrm>
          <a:prstGeom prst="rect">
            <a:avLst/>
          </a:prstGeom>
          <a:noFill/>
          <a:ln w="0">
            <a:noFill/>
          </a:ln>
        </p:spPr>
      </p:pic>
      <p:sp>
        <p:nvSpPr>
          <p:cNvPr id="58" name="PlaceHolder 1"/>
          <p:cNvSpPr>
            <a:spLocks noGrp="1"/>
          </p:cNvSpPr>
          <p:nvPr>
            <p:ph type="title"/>
          </p:nvPr>
        </p:nvSpPr>
        <p:spPr>
          <a:xfrm>
            <a:off x="228600" y="15552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59" name="Google Shape;33;p7"/>
          <p:cNvPicPr/>
          <p:nvPr/>
        </p:nvPicPr>
        <p:blipFill>
          <a:blip r:embed="rId2">
            <a:alphaModFix amt="60000"/>
          </a:blip>
          <a:stretch/>
        </p:blipFill>
        <p:spPr>
          <a:xfrm>
            <a:off x="0" y="0"/>
            <a:ext cx="9143640" cy="5143320"/>
          </a:xfrm>
          <a:prstGeom prst="rect">
            <a:avLst/>
          </a:prstGeom>
          <a:noFill/>
          <a:ln w="0">
            <a:noFill/>
          </a:ln>
        </p:spPr>
      </p:pic>
      <p:sp>
        <p:nvSpPr>
          <p:cNvPr id="60" name="PlaceHolder 1"/>
          <p:cNvSpPr>
            <a:spLocks noGrp="1"/>
          </p:cNvSpPr>
          <p:nvPr>
            <p:ph type="title"/>
          </p:nvPr>
        </p:nvSpPr>
        <p:spPr>
          <a:xfrm>
            <a:off x="228600" y="155520"/>
            <a:ext cx="4668480" cy="13849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61" name="PlaceHolder 2"/>
          <p:cNvSpPr>
            <a:spLocks noGrp="1"/>
          </p:cNvSpPr>
          <p:nvPr>
            <p:ph type="body"/>
          </p:nvPr>
        </p:nvSpPr>
        <p:spPr>
          <a:xfrm>
            <a:off x="228600" y="1540800"/>
            <a:ext cx="4668480" cy="18979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62" name="PlaceHolder 3"/>
          <p:cNvSpPr>
            <a:spLocks noGrp="1"/>
          </p:cNvSpPr>
          <p:nvPr>
            <p:ph type="body"/>
          </p:nvPr>
        </p:nvSpPr>
        <p:spPr>
          <a:xfrm>
            <a:off x="5487120" y="1540800"/>
            <a:ext cx="3427920" cy="3373920"/>
          </a:xfrm>
          <a:prstGeom prst="rect">
            <a:avLst/>
          </a:prstGeom>
          <a:noFill/>
          <a:ln w="0">
            <a:noFill/>
          </a:ln>
        </p:spPr>
        <p:txBody>
          <a:bodyPr lIns="90000" tIns="45000" rIns="90000" bIns="45000" anchor="t">
            <a:normAutofit fontScale="850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63" name="Google Shape;38;p8"/>
          <p:cNvPicPr/>
          <p:nvPr/>
        </p:nvPicPr>
        <p:blipFill>
          <a:blip r:embed="rId2">
            <a:alphaModFix amt="60000"/>
          </a:blip>
          <a:stretch/>
        </p:blipFill>
        <p:spPr>
          <a:xfrm flipH="1">
            <a:off x="360" y="0"/>
            <a:ext cx="9143640" cy="5143320"/>
          </a:xfrm>
          <a:prstGeom prst="rect">
            <a:avLst/>
          </a:prstGeom>
          <a:noFill/>
          <a:ln w="0">
            <a:noFill/>
          </a:ln>
        </p:spPr>
      </p:pic>
      <p:sp>
        <p:nvSpPr>
          <p:cNvPr id="64"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65" name="Google Shape;41;p9"/>
          <p:cNvPicPr/>
          <p:nvPr/>
        </p:nvPicPr>
        <p:blipFill>
          <a:blip r:embed="rId2">
            <a:alphaModFix amt="60000"/>
          </a:blip>
          <a:stretch/>
        </p:blipFill>
        <p:spPr>
          <a:xfrm flipH="1">
            <a:off x="360" y="0"/>
            <a:ext cx="9143640" cy="5143320"/>
          </a:xfrm>
          <a:prstGeom prst="rect">
            <a:avLst/>
          </a:prstGeom>
          <a:noFill/>
          <a:ln w="0">
            <a:noFill/>
          </a:ln>
        </p:spPr>
      </p:pic>
      <p:sp>
        <p:nvSpPr>
          <p:cNvPr id="6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67"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8" name="PlaceHolder 2"/>
          <p:cNvSpPr>
            <a:spLocks noGrp="1"/>
          </p:cNvSpPr>
          <p:nvPr>
            <p:ph type="title"/>
          </p:nvPr>
        </p:nvSpPr>
        <p:spPr>
          <a:xfrm>
            <a:off x="228600" y="228600"/>
            <a:ext cx="3658320" cy="338400"/>
          </a:xfrm>
          <a:prstGeom prst="rect">
            <a:avLst/>
          </a:prstGeom>
          <a:noFill/>
          <a:ln w="0">
            <a:noFill/>
          </a:ln>
        </p:spPr>
        <p:txBody>
          <a:bodyPr lIns="91440" tIns="91440" rIns="91440" bIns="91440" anchor="t">
            <a:noAutofit/>
          </a:bodyPr>
          <a:lstStyle/>
          <a:p>
            <a:pPr indent="0">
              <a:buNone/>
            </a:pPr>
            <a:r>
              <a:rPr lang="fr-FR" sz="10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69" name="Google Shape;144;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0"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71" name="Google Shape;147;p28"/>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2"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73"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228600" y="838080"/>
            <a:ext cx="6781320" cy="24951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7800" b="0" u="none" strike="noStrike">
                <a:solidFill>
                  <a:schemeClr val="dk1"/>
                </a:solidFill>
                <a:effectLst/>
                <a:uFillTx/>
                <a:latin typeface="Manrope Medium"/>
                <a:ea typeface="Manrope Medium"/>
              </a:rPr>
              <a:t>CGPA Calculator</a:t>
            </a:r>
            <a:endParaRPr lang="fr-FR" sz="7800" b="0" u="none" strike="noStrike">
              <a:solidFill>
                <a:schemeClr val="dk1"/>
              </a:solidFill>
              <a:effectLst/>
              <a:uFillTx/>
              <a:latin typeface="Arial"/>
            </a:endParaRPr>
          </a:p>
        </p:txBody>
      </p:sp>
      <p:sp>
        <p:nvSpPr>
          <p:cNvPr id="75" name="PlaceHolder 2"/>
          <p:cNvSpPr>
            <a:spLocks noGrp="1"/>
          </p:cNvSpPr>
          <p:nvPr>
            <p:ph type="subTitle"/>
          </p:nvPr>
        </p:nvSpPr>
        <p:spPr>
          <a:xfrm>
            <a:off x="228600" y="3333600"/>
            <a:ext cx="8219880" cy="428400"/>
          </a:xfrm>
          <a:prstGeom prst="rect">
            <a:avLst/>
          </a:prstGeom>
          <a:noFill/>
          <a:ln w="0">
            <a:noFill/>
          </a:ln>
        </p:spPr>
        <p:txBody>
          <a:bodyPr lIns="91440" tIns="91440" rIns="91440" bIns="91440" anchor="t">
            <a:normAutofit fontScale="25000" lnSpcReduction="19999"/>
          </a:bodyPr>
          <a:lstStyle/>
          <a:p>
            <a:pPr indent="0" algn="ctr">
              <a:buNone/>
            </a:pPr>
            <a:r>
              <a:rPr lang="en-US" sz="1600" b="0" u="none" strike="noStrike">
                <a:solidFill>
                  <a:schemeClr val="dk1"/>
                </a:solidFill>
                <a:effectLst/>
                <a:uFillTx/>
                <a:latin typeface="Public Sans"/>
                <a:ea typeface="Public Sans"/>
              </a:rPr>
              <a:t>A precise tool designed to calculate the cumulative grade point average efficiently. </a:t>
            </a:r>
            <a:endParaRPr lang="en-US" sz="1600" b="0" u="none" strike="noStrike">
              <a:solidFill>
                <a:srgbClr val="000000"/>
              </a:solidFill>
              <a:effectLst/>
              <a:uFillTx/>
              <a:latin typeface="OpenSymbol"/>
            </a:endParaRPr>
          </a:p>
          <a:p>
            <a:pPr indent="0" algn="ctr">
              <a:buNone/>
            </a:pPr>
            <a:r>
              <a:rPr lang="en-US" sz="1600" b="0" u="none" strike="noStrike">
                <a:solidFill>
                  <a:schemeClr val="dk1"/>
                </a:solidFill>
                <a:effectLst/>
                <a:uFillTx/>
                <a:latin typeface="Public Sans"/>
                <a:ea typeface="Public Sans"/>
              </a:rPr>
              <a:t>p</a:t>
            </a:r>
            <a:endParaRPr lang="en-US" sz="1600" b="0" u="none" strike="noStrike">
              <a:solidFill>
                <a:srgbClr val="000000"/>
              </a:solidFill>
              <a:effectLst/>
              <a:uFillTx/>
              <a:latin typeface="OpenSymbol"/>
            </a:endParaRPr>
          </a:p>
          <a:p>
            <a:pPr indent="0" algn="ctr">
              <a:buNone/>
            </a:pPr>
            <a:r>
              <a:rPr lang="en-US" sz="1600" b="0" u="none" strike="noStrike">
                <a:solidFill>
                  <a:schemeClr val="dk1"/>
                </a:solidFill>
                <a:effectLst/>
                <a:uFillTx/>
                <a:latin typeface="Public Sans"/>
                <a:ea typeface="Public Sans"/>
              </a:rPr>
              <a:t>/pIt provides students and educators with an accurate reflection of academic performance, supporting informed decision-making and progress tracking. </a:t>
            </a:r>
            <a:endParaRPr lang="en-US" sz="1600" b="0" u="none" strike="noStrike">
              <a:solidFill>
                <a:srgbClr val="000000"/>
              </a:solidFill>
              <a:effectLst/>
              <a:uFillTx/>
              <a:latin typeface="OpenSymbol"/>
            </a:endParaRPr>
          </a:p>
          <a:p>
            <a:pPr indent="0" algn="ctr">
              <a:buNone/>
            </a:pPr>
            <a:r>
              <a:rPr lang="en-US" sz="1600" b="0" u="none" strike="noStrike">
                <a:solidFill>
                  <a:schemeClr val="dk1"/>
                </a:solidFill>
                <a:effectLst/>
                <a:uFillTx/>
                <a:latin typeface="Public Sans"/>
                <a:ea typeface="Public Sans"/>
              </a:rPr>
              <a:t>p</a:t>
            </a:r>
            <a:endParaRPr lang="en-US" sz="1600" b="0" u="none" strike="noStrike">
              <a:solidFill>
                <a:srgbClr val="000000"/>
              </a:solidFill>
              <a:effectLst/>
              <a:uFillTx/>
              <a:latin typeface="OpenSymbol"/>
            </a:endParaRPr>
          </a:p>
          <a:p>
            <a:pPr indent="0">
              <a:lnSpc>
                <a:spcPct val="100000"/>
              </a:lnSpc>
              <a:buNone/>
              <a:tabLst>
                <a:tab pos="0" algn="l"/>
              </a:tabLst>
            </a:pPr>
            <a:r>
              <a:rPr lang="en-US" sz="1600" b="0" u="none" strike="noStrike">
                <a:solidFill>
                  <a:schemeClr val="dk1"/>
                </a:solidFill>
                <a:effectLst/>
                <a:uFillTx/>
                <a:latin typeface="Public Sans"/>
                <a:ea typeface="Public Sans"/>
              </a:rPr>
              <a:t>/pThis calculator ensures reliable results through a systematic and clear calculation process.</a:t>
            </a:r>
            <a:endParaRPr lang="en-US" sz="1600" b="0" u="none" strike="noStrike">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228600" y="1095480"/>
            <a:ext cx="7914960" cy="647280"/>
          </a:xfrm>
          <a:prstGeom prst="rect">
            <a:avLst/>
          </a:prstGeom>
          <a:noFill/>
          <a:ln w="0">
            <a:noFill/>
          </a:ln>
        </p:spPr>
        <p:txBody>
          <a:bodyPr lIns="91440" tIns="91440" rIns="91440" bIns="91440" anchor="t">
            <a:normAutofit fontScale="92500" lnSpcReduction="9999"/>
          </a:bodyPr>
          <a:lstStyle/>
          <a:p>
            <a:pPr indent="0">
              <a:lnSpc>
                <a:spcPct val="100000"/>
              </a:lnSpc>
              <a:buNone/>
              <a:tabLst>
                <a:tab pos="0" algn="l"/>
              </a:tabLst>
            </a:pPr>
            <a:r>
              <a:rPr lang="en-US" sz="3600" b="0" u="none" strike="noStrike">
                <a:solidFill>
                  <a:schemeClr val="dk1"/>
                </a:solidFill>
                <a:effectLst/>
                <a:uFillTx/>
                <a:latin typeface="Manrope Medium"/>
                <a:ea typeface="Manrope Medium"/>
              </a:rPr>
              <a:t>Introduction</a:t>
            </a:r>
            <a:endParaRPr lang="fr-FR" sz="3600" b="0" u="none" strike="noStrike">
              <a:solidFill>
                <a:schemeClr val="dk1"/>
              </a:solidFill>
              <a:effectLst/>
              <a:uFillTx/>
              <a:latin typeface="Arial"/>
            </a:endParaRPr>
          </a:p>
        </p:txBody>
      </p:sp>
      <p:sp>
        <p:nvSpPr>
          <p:cNvPr id="77" name="PlaceHolder 2"/>
          <p:cNvSpPr>
            <a:spLocks noGrp="1"/>
          </p:cNvSpPr>
          <p:nvPr>
            <p:ph/>
          </p:nvPr>
        </p:nvSpPr>
        <p:spPr>
          <a:xfrm>
            <a:off x="228600" y="1771560"/>
            <a:ext cx="6133680" cy="184752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Public Sans"/>
                <a:ea typeface="Public Sans"/>
              </a:rPr>
              <a:t>A CGPA calculator simplifies the process of determining a students overall academic performance. By consolidating individual course grades into a single metric, it provides a clear, concise measure of achievement. This tool is essential for students, educators, and institutions to track progress and make informed decisions.</a:t>
            </a:r>
            <a:endParaRPr lang="fr-FR" sz="12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p:cNvSpPr/>
          <p:nvPr/>
        </p:nvSpPr>
        <p:spPr>
          <a:xfrm>
            <a:off x="95256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79" name="Rectangle 78"/>
          <p:cNvSpPr/>
          <p:nvPr/>
        </p:nvSpPr>
        <p:spPr>
          <a:xfrm>
            <a:off x="952560" y="1428840"/>
            <a:ext cx="4571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a:solidFill>
                  <a:schemeClr val="dk1"/>
                </a:solidFill>
                <a:effectLst/>
                <a:uFillTx/>
                <a:latin typeface="Manrope Medium"/>
              </a:rPr>
              <a:t>CGPA Calculator Overview</a:t>
            </a:r>
            <a:endParaRPr lang="en-US" sz="4000" b="0" u="none" strike="noStrike">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0" u="none" strike="noStrike">
                <a:solidFill>
                  <a:schemeClr val="dk1"/>
                </a:solidFill>
                <a:effectLst/>
                <a:uFillTx/>
                <a:latin typeface="Manrope Medium"/>
              </a:rPr>
              <a:t>Purpose and Functionality</a:t>
            </a:r>
            <a:endParaRPr lang="en-US" sz="2600" b="0" u="none" strike="noStrike">
              <a:solidFill>
                <a:srgbClr val="000000"/>
              </a:solidFill>
              <a:effectLst/>
              <a:uFillTx/>
              <a:latin typeface="OpenSymbol"/>
            </a:endParaRPr>
          </a:p>
        </p:txBody>
      </p:sp>
      <p:sp>
        <p:nvSpPr>
          <p:cNvPr id="81" name="Rectangle 80"/>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ublic Sans"/>
              </a:rPr>
              <a:t>The CGPA calculator is designed to compute the cumulative grade point average by aggregating scores across multiple courses. It helps users quickly assess academic standing, identify strengths and weaknesses, and predict future performance. Its intuitive interface ensures ease of use for all education levels.</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228600" y="1095480"/>
            <a:ext cx="7914960" cy="647280"/>
          </a:xfrm>
          <a:prstGeom prst="rect">
            <a:avLst/>
          </a:prstGeom>
          <a:noFill/>
          <a:ln w="0">
            <a:noFill/>
          </a:ln>
        </p:spPr>
        <p:txBody>
          <a:bodyPr lIns="91440" tIns="91440" rIns="91440" bIns="91440" anchor="t">
            <a:normAutofit fontScale="92500" lnSpcReduction="9999"/>
          </a:bodyPr>
          <a:lstStyle/>
          <a:p>
            <a:pPr indent="0">
              <a:lnSpc>
                <a:spcPct val="100000"/>
              </a:lnSpc>
              <a:buNone/>
              <a:tabLst>
                <a:tab pos="0" algn="l"/>
              </a:tabLst>
            </a:pPr>
            <a:r>
              <a:rPr lang="en-US" sz="3600" b="0" u="none" strike="noStrike">
                <a:solidFill>
                  <a:schemeClr val="dk1"/>
                </a:solidFill>
                <a:effectLst/>
                <a:uFillTx/>
                <a:latin typeface="Manrope Medium"/>
                <a:ea typeface="Manrope Medium"/>
              </a:rPr>
              <a:t>Input Parameters and Calculation Logic</a:t>
            </a:r>
            <a:endParaRPr lang="fr-FR" sz="3600" b="0" u="none" strike="noStrike">
              <a:solidFill>
                <a:schemeClr val="dk1"/>
              </a:solidFill>
              <a:effectLst/>
              <a:uFillTx/>
              <a:latin typeface="Arial"/>
            </a:endParaRPr>
          </a:p>
        </p:txBody>
      </p:sp>
      <p:sp>
        <p:nvSpPr>
          <p:cNvPr id="83" name="PlaceHolder 2"/>
          <p:cNvSpPr>
            <a:spLocks noGrp="1"/>
          </p:cNvSpPr>
          <p:nvPr>
            <p:ph/>
          </p:nvPr>
        </p:nvSpPr>
        <p:spPr>
          <a:xfrm>
            <a:off x="228600" y="1771560"/>
            <a:ext cx="6133680" cy="184752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Public Sans"/>
                <a:ea typeface="Public Sans"/>
              </a:rPr>
              <a:t>Users input individual course grades and corresponding credit hours. The calculator applies a weighted average formula, multiplying each grade by its credit value, then dividing the sum by total credits. This systematic approach ensures an accurate and standardized calculation of the cumulative GPA.</a:t>
            </a:r>
            <a:endParaRPr lang="fr-FR" sz="12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0" u="none" strike="noStrike">
                <a:solidFill>
                  <a:schemeClr val="dk1"/>
                </a:solidFill>
                <a:effectLst/>
                <a:uFillTx/>
                <a:latin typeface="Manrope Medium"/>
              </a:rPr>
              <a:t>Output and Result Interpretation</a:t>
            </a:r>
            <a:endParaRPr lang="en-US" sz="2600" b="0" u="none" strike="noStrike">
              <a:solidFill>
                <a:srgbClr val="000000"/>
              </a:solidFill>
              <a:effectLst/>
              <a:uFillTx/>
              <a:latin typeface="OpenSymbol"/>
            </a:endParaRPr>
          </a:p>
        </p:txBody>
      </p:sp>
      <p:sp>
        <p:nvSpPr>
          <p:cNvPr id="85" name="Rectangle 84"/>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ublic Sans"/>
              </a:rPr>
              <a:t>The CGPA calculator presents results clearly, displaying the final cumulative GPA alongside detailed course breakdowns. It offers insights into academic trends and highlights areas for improvement. By providing both numerical values and visual summaries, users can easily interpret their performance and make informed educational decisions.</a:t>
            </a:r>
            <a:endParaRPr lang="en-US" sz="1200" b="0" u="none" strike="noStrike">
              <a:solidFill>
                <a:srgbClr val="000000"/>
              </a:solidFill>
              <a:effectLst/>
              <a:uFillTx/>
              <a:latin typeface="OpenSymbol"/>
            </a:endParaRPr>
          </a:p>
        </p:txBody>
      </p:sp>
      <p:pic>
        <p:nvPicPr>
          <p:cNvPr id="86" name="image6985beb9e6b2f" descr="image6985beb9e6b34"/>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88" name="Rectangle 87"/>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a:solidFill>
                  <a:schemeClr val="dk1"/>
                </a:solidFill>
                <a:effectLst/>
                <a:uFillTx/>
                <a:latin typeface="Manrope Medium"/>
              </a:rPr>
              <a:t>Frontend Technologies</a:t>
            </a:r>
            <a:endParaRPr lang="en-US" sz="4000" b="0" u="none" strike="noStrike">
              <a:solidFill>
                <a:srgbClr val="000000"/>
              </a:solidFill>
              <a:effectLst/>
              <a:uFillTx/>
              <a:latin typeface="OpenSymbol"/>
            </a:endParaRPr>
          </a:p>
        </p:txBody>
      </p:sp>
      <p:pic>
        <p:nvPicPr>
          <p:cNvPr id="89" name="image6985beba023cc" descr="image6985beba023d5"/>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0" u="none" strike="noStrike">
                <a:solidFill>
                  <a:schemeClr val="dk1"/>
                </a:solidFill>
                <a:effectLst/>
                <a:uFillTx/>
                <a:latin typeface="Manrope Medium"/>
              </a:rPr>
              <a:t>User Interface Design</a:t>
            </a:r>
            <a:endParaRPr lang="en-US" sz="2600" b="0" u="none" strike="noStrike">
              <a:solidFill>
                <a:srgbClr val="000000"/>
              </a:solidFill>
              <a:effectLst/>
              <a:uFillTx/>
              <a:latin typeface="OpenSymbol"/>
            </a:endParaRPr>
          </a:p>
        </p:txBody>
      </p:sp>
      <p:sp>
        <p:nvSpPr>
          <p:cNvPr id="91" name="Rectangle 90"/>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ublic Sans"/>
              </a:rPr>
              <a:t>The frontend focuses on creating a clean, intuitive layout that enhances user experience. Clear input fields, concise labels, and interactive elements ensure users can easily navigate the calculator. Emphasis on usability promotes quick data entry and accurate computations with minimal learning curve.</a:t>
            </a:r>
            <a:endParaRPr lang="en-US" sz="1200" b="0" u="none" strike="noStrike">
              <a:solidFill>
                <a:srgbClr val="000000"/>
              </a:solidFill>
              <a:effectLst/>
              <a:uFillTx/>
              <a:latin typeface="OpenSymbol"/>
            </a:endParaRPr>
          </a:p>
        </p:txBody>
      </p:sp>
      <p:pic>
        <p:nvPicPr>
          <p:cNvPr id="92" name="image6985beba11804" descr="image6985beba11808"/>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92"/>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0" u="none" strike="noStrike">
                <a:solidFill>
                  <a:schemeClr val="dk1"/>
                </a:solidFill>
                <a:effectLst/>
                <a:uFillTx/>
                <a:latin typeface="Manrope Medium"/>
              </a:rPr>
              <a:t>Frameworks and Libraries</a:t>
            </a:r>
            <a:endParaRPr lang="en-US" sz="2600" b="0" u="none" strike="noStrike">
              <a:solidFill>
                <a:srgbClr val="000000"/>
              </a:solidFill>
              <a:effectLst/>
              <a:uFillTx/>
              <a:latin typeface="OpenSymbol"/>
            </a:endParaRPr>
          </a:p>
        </p:txBody>
      </p:sp>
      <p:sp>
        <p:nvSpPr>
          <p:cNvPr id="94" name="Rectangle 93"/>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ublic Sans"/>
              </a:rPr>
              <a:t>Modern frontend development leverages frameworks like React or Angular for dynamic and responsive application behavior. Libraries such as Bootstrap and Material UI support consistent styling and component reuse, enabling rapid development and seamless user interaction.</a:t>
            </a:r>
            <a:endParaRPr lang="en-US" sz="1200" b="0" u="none" strike="noStrike">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228600" y="1095480"/>
            <a:ext cx="7914960" cy="647280"/>
          </a:xfrm>
          <a:prstGeom prst="rect">
            <a:avLst/>
          </a:prstGeom>
          <a:noFill/>
          <a:ln w="0">
            <a:noFill/>
          </a:ln>
        </p:spPr>
        <p:txBody>
          <a:bodyPr lIns="91440" tIns="91440" rIns="91440" bIns="91440" anchor="t">
            <a:normAutofit fontScale="92500" lnSpcReduction="9999"/>
          </a:bodyPr>
          <a:lstStyle/>
          <a:p>
            <a:pPr indent="0">
              <a:lnSpc>
                <a:spcPct val="100000"/>
              </a:lnSpc>
              <a:buNone/>
              <a:tabLst>
                <a:tab pos="0" algn="l"/>
              </a:tabLst>
            </a:pPr>
            <a:r>
              <a:rPr lang="en-US" sz="3600" b="0" u="none" strike="noStrike">
                <a:solidFill>
                  <a:schemeClr val="dk1"/>
                </a:solidFill>
                <a:effectLst/>
                <a:uFillTx/>
                <a:latin typeface="Manrope Medium"/>
                <a:ea typeface="Manrope Medium"/>
              </a:rPr>
              <a:t>Responsiveness and Accessibility</a:t>
            </a:r>
            <a:endParaRPr lang="fr-FR" sz="3600" b="0" u="none" strike="noStrike">
              <a:solidFill>
                <a:schemeClr val="dk1"/>
              </a:solidFill>
              <a:effectLst/>
              <a:uFillTx/>
              <a:latin typeface="Arial"/>
            </a:endParaRPr>
          </a:p>
        </p:txBody>
      </p:sp>
      <p:sp>
        <p:nvSpPr>
          <p:cNvPr id="96" name="PlaceHolder 2"/>
          <p:cNvSpPr>
            <a:spLocks noGrp="1"/>
          </p:cNvSpPr>
          <p:nvPr>
            <p:ph/>
          </p:nvPr>
        </p:nvSpPr>
        <p:spPr>
          <a:xfrm>
            <a:off x="228600" y="1771560"/>
            <a:ext cx="6133680" cy="184752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Public Sans"/>
                <a:ea typeface="Public Sans"/>
              </a:rPr>
              <a:t>Ensuring the application is accessible across devices and user needs is critical. Responsive design guarantees functionality on desktops, tablets, and smartphones. Compliance with accessibility standards, such as ARIA, improves usability for people with disabilities, enhancing inclusiveness.</a:t>
            </a:r>
            <a:endParaRPr lang="fr-FR" sz="12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28600" y="1095480"/>
            <a:ext cx="7914960" cy="647280"/>
          </a:xfrm>
          <a:prstGeom prst="rect">
            <a:avLst/>
          </a:prstGeom>
          <a:noFill/>
          <a:ln w="0">
            <a:noFill/>
          </a:ln>
        </p:spPr>
        <p:txBody>
          <a:bodyPr lIns="91440" tIns="91440" rIns="91440" bIns="91440" anchor="t">
            <a:normAutofit fontScale="92500" lnSpcReduction="9999"/>
          </a:bodyPr>
          <a:lstStyle/>
          <a:p>
            <a:pPr indent="0">
              <a:lnSpc>
                <a:spcPct val="100000"/>
              </a:lnSpc>
              <a:buNone/>
              <a:tabLst>
                <a:tab pos="0" algn="l"/>
              </a:tabLst>
            </a:pPr>
            <a:r>
              <a:rPr lang="en-US" sz="3600" b="0" u="none" strike="noStrike">
                <a:solidFill>
                  <a:schemeClr val="dk1"/>
                </a:solidFill>
                <a:effectLst/>
                <a:uFillTx/>
                <a:latin typeface="Manrope Medium"/>
                <a:ea typeface="Manrope Medium"/>
              </a:rPr>
              <a:t>Conclusions</a:t>
            </a:r>
            <a:endParaRPr lang="fr-FR" sz="3600" b="0" u="none" strike="noStrike">
              <a:solidFill>
                <a:schemeClr val="dk1"/>
              </a:solidFill>
              <a:effectLst/>
              <a:uFillTx/>
              <a:latin typeface="Arial"/>
            </a:endParaRPr>
          </a:p>
        </p:txBody>
      </p:sp>
      <p:sp>
        <p:nvSpPr>
          <p:cNvPr id="98" name="PlaceHolder 2"/>
          <p:cNvSpPr>
            <a:spLocks noGrp="1"/>
          </p:cNvSpPr>
          <p:nvPr>
            <p:ph/>
          </p:nvPr>
        </p:nvSpPr>
        <p:spPr>
          <a:xfrm>
            <a:off x="228600" y="1771560"/>
            <a:ext cx="6133680" cy="184752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Public Sans"/>
                <a:ea typeface="Public Sans"/>
              </a:rPr>
              <a:t>The CGPA calculator integrates efficient backend calculations with an intuitive frontend interface, delivering accurate academic assessments. Employing robust technologies ensures scalability, responsiveness, and accessibility, making the tool valuable for diverse users. Continued enhancements will focus on optimizing performance and expanding functionality.</a:t>
            </a:r>
            <a:endParaRPr lang="fr-FR"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Blue Abstract by Slidesgo">
  <a:themeElements>
    <a:clrScheme name="Simple Light">
      <a:dk1>
        <a:srgbClr val="191919"/>
      </a:dk1>
      <a:lt1>
        <a:srgbClr val="67D1EF"/>
      </a:lt1>
      <a:dk2>
        <a:srgbClr val="30B7F5"/>
      </a:dk2>
      <a:lt2>
        <a:srgbClr val="2C64E8"/>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460</Words>
  <Application>Microsoft Office PowerPoint</Application>
  <PresentationFormat>On-screen Show (16:9)</PresentationFormat>
  <Paragraphs>26</Paragraphs>
  <Slides>11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Arial</vt:lpstr>
      <vt:lpstr>Calibri</vt:lpstr>
      <vt:lpstr>Manrope Medium</vt:lpstr>
      <vt:lpstr>OpenSymbol</vt:lpstr>
      <vt:lpstr>Public Sans</vt:lpstr>
      <vt:lpstr>Symbol</vt:lpstr>
      <vt:lpstr>Wingdings</vt:lpstr>
      <vt:lpstr>Blue Abstract by Slidesgo</vt:lpstr>
      <vt:lpstr>Slidesgo Final Pages</vt:lpstr>
      <vt:lpstr>CGPA Calculator</vt:lpstr>
      <vt:lpstr>Introduction</vt:lpstr>
      <vt:lpstr>PowerPoint Presentation</vt:lpstr>
      <vt:lpstr>PowerPoint Presentation</vt:lpstr>
      <vt:lpstr>Input Parameters and Calculation Logic</vt:lpstr>
      <vt:lpstr>PowerPoint Presentation</vt:lpstr>
      <vt:lpstr>PowerPoint Presentation</vt:lpstr>
      <vt:lpstr>PowerPoint Presentation</vt:lpstr>
      <vt:lpstr>PowerPoint Presentation</vt:lpstr>
      <vt:lpstr>Responsiveness and Accessibility</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Mohammed Abdullah</dc:creator>
  <cp:lastModifiedBy>Mohammed Abdullah</cp:lastModifiedBy>
  <cp:revision>1</cp:revision>
  <dcterms:modified xsi:type="dcterms:W3CDTF">2026-02-08T10:05:51Z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2026-02-06T10:13:05Z</dcterms:created>
  <dc:creator>Unknown Creator</dc:creator>
  <dc:description/>
  <dc:language>en-US</dc:language>
  <cp:lastModifiedBy>Unknown Creator</cp:lastModifiedBy>
  <dcterms:modified xsi:type="dcterms:W3CDTF">2026-02-06T10:13:05Z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